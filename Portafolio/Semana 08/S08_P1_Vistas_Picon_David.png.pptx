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80682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009244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225880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77088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795071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21981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531347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33909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79099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81618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55554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88671-E6F4-4B97-988C-D7FE3CD50BB8}" type="datetimeFigureOut">
              <a:rPr lang="es-CR" smtClean="0"/>
              <a:t>10/9/2026</a:t>
            </a:fld>
            <a:endParaRPr lang="es-C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395FCD-CBB1-44CA-B2FB-254A70F1C2B0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693702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12" y="0"/>
            <a:ext cx="5998094" cy="321002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906" y="65308"/>
            <a:ext cx="5794094" cy="3073862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667" y="3275335"/>
            <a:ext cx="5946333" cy="3186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9965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>Universidad Nacional de Costa Rica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Estudiante UNA</dc:creator>
  <cp:lastModifiedBy>Estudiante UNA</cp:lastModifiedBy>
  <cp:revision>2</cp:revision>
  <dcterms:created xsi:type="dcterms:W3CDTF">2026-09-10T20:21:03Z</dcterms:created>
  <dcterms:modified xsi:type="dcterms:W3CDTF">2026-09-10T20:50:56Z</dcterms:modified>
</cp:coreProperties>
</file>